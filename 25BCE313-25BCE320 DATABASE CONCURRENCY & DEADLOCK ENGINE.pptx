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un/ppt/media/image-1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502920"/>
            <a:ext cx="950976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Assignment  ·  Course code 2CS802CC26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57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Concurrency &amp; Deadlock Resolution Engine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breaking deadlocks between transactions with a three-state DFS, served through a FastAPI microservice.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Shailya Patel (25BCE320)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Shlok Shah (25BCE313)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CSE, Semester 3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4526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·  FastAPI  ·  Uvicorn  ·  Pydantic v2  ·  Requests  ·  C++ client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transactions fight over locks, a circular wait can freeze the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Assignment  |  Deadlock Resolution Engine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514600"/>
          </a:xfrm>
          <a:prstGeom prst="rect">
            <a:avLst/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wrong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threads lock the same rows and tables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A holds a lock Tx B wants, while B holds one A wants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stuck and their locks never get released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queued behind them slows to a crawl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514600"/>
          </a:xfrm>
          <a:prstGeom prst="rect">
            <a:avLst/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 deadlock as soon as it appears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automatically, no manual step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as little as possible: one victim per cycle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unaffected transactions carry 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560320" cy="2514600"/>
          </a:xfrm>
          <a:prstGeom prst="rect">
            <a:avLst/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9202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waits modelled as a directed graph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cycle check on every new wait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victim aborted and removed from the graph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available over a REST API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deadlock needs four conditions: mutual exclusion, hold-and-wait, no preemption and circular wait. Our engine goes after the circular wait.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transaction is a vertex, each lock wait is a directed edge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Assignment  |  Deadlock Resolution Engine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 (V): the active transactions, like Tx1, Tx2, Tx3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(E): who is waiting on whom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TxA → TxB means A is blocked on a lock that B holds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directed cycle in the graph is a deadlock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cycle means every transaction can finish eventually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is added whenever a lock request is blocked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737360"/>
            <a:ext cx="822960" cy="82296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80960" y="1737360"/>
            <a:ext cx="822960" cy="82296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3566160"/>
            <a:ext cx="822960" cy="82296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566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2148840"/>
            <a:ext cx="1280160" cy="0"/>
          </a:xfrm>
          <a:prstGeom prst="line">
            <a:avLst/>
          </a:prstGeom>
          <a:noFill/>
          <a:ln w="25400">
            <a:solidFill>
              <a:srgbClr val="26262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7205472" y="2505456"/>
            <a:ext cx="676656" cy="1115568"/>
          </a:xfrm>
          <a:prstGeom prst="line">
            <a:avLst/>
          </a:prstGeom>
          <a:noFill/>
          <a:ln w="25400">
            <a:solidFill>
              <a:srgbClr val="262626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120640" y="4572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Tx1 waits for Tx2, Tx2 waits for Tx3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wait-for graph is kept as an in-memory adjacency list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Assignment  |  Deadlock Resolution Engine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3200400"/>
          </a:xfrm>
          <a:prstGeom prst="rect">
            <a:avLst/>
          </a:prstGeom>
          <a:solidFill>
            <a:srgbClr val="F0EFEC"/>
          </a:solidFill>
          <a:ln w="12700">
            <a:solidFill>
              <a:srgbClr val="D6D4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self.wfg: Dict[str, Set[str]]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Tx1 waits for Tx2,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Tx2 waits for Tx3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"Tx1": {"Tx2"},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"Tx2": {"Tx3"},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"Tx3": set()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add_edge(requester, holder):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self-wait -&gt; HTTP 400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wfg[requester].add(holder)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wfg.setdefault(holder, set())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716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 of sets means no duplicate edges and constant-time inserts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holder is added as a node with every edge, so traversal never hits a missing key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waiting on itself is rejected with HTTP 400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remove_transaction drops the node and removes it from every neighbour set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used is O(V + E)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global engine instance keeps the shared state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three-state DFS finds back-edges in O(V + E) time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Assignment  |  Deadlock Resolution Engine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731520" cy="73152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Unvisited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explored yet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66160" y="1325880"/>
            <a:ext cx="731520" cy="7315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on the DFS stack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325880"/>
            <a:ext cx="731520" cy="73152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Finished, no cycle through it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51460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to a state-1 node is a back-edge, so there is a cycle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slice the path list from that node to get the exact cycle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State-2 nodes are skipped, so each vertex and edge is handled once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5146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policy: the last node in the cycle is aborted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check_and_resolve loops until no cycle is left, so several cycles are handled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of aborted victims goes back to the caller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FastAPI service and not one big script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Assignment  |  Deadlock Resolution Engine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process, local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HTTP client, served by Uvicorn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Hand-written checks spread around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v2 LockRequest model rejects bad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OpenAPI and Swagger UI generated for 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C++ or any REST 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Unhandled crashes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HTTP 400 through HTTPException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the code and rerun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scenarios over the network, reset when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versions (requirement.txt): fastapi 0.110.0, uvicorn 0.28.0, requests 2.31.0, pydantic 2.6.4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endpoints cover a lock request from start to finish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Assignment  |  Deadlock Resolution Engine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/request-lock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371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wait edge, runs detection, aborts a victim if needed. Body: {"requester","holder"}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/graph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2402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current wait-for graph as lists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08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/reset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108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fresh engine so each test starts clean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8046720" cy="594360"/>
          </a:xfrm>
          <a:prstGeom prst="rect">
            <a:avLst/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977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carry status, message, current_graph, deadlock_detected and, when a cycle was broken, aborted_victims. Bad requests get HTTP 400.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Python test script drives the engine over HTTP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Assignment  |  Deadlock Resolution Engine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test_client.py uses requests against 127.0.0.1:8000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calls DELETE /reset and waits 0.5 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sends three POST /request-lock calls, 1 s apart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message, the graph and a deadlock alert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ConnectionError when the server is not running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server: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6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uvicorn app:app --reload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749040" cy="2377440"/>
          </a:xfrm>
          <a:prstGeom prst="rect">
            <a:avLst/>
          </a:prstGeom>
          <a:solidFill>
            <a:srgbClr val="F0EFEC"/>
          </a:solidFill>
          <a:ln w="12700">
            <a:solidFill>
              <a:srgbClr val="D6D4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4630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Tx1 -&gt; Tx2   # chain, safe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Tx2 -&gt; Tx3   # chain, safe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Tx3 -&gt; Tx1   # closes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on step 3: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deadlock_detected =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aborted_victims   = ["Tx3"]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third request closes the loop, so Tx3 is aborted and the cycle breaks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Assignment  |  Deadlock Resolution Engine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Tx1 → Tx2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deadlock: false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{Tx1:[Tx2], Tx2:[]}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502920" cy="50292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Tx2 → Tx3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deadlock: false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{Tx1:[Tx2], Tx2:[Tx3], Tx3:[]}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Tx3 → Tx1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deadlock: true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aborted: [Tx3]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Pruned: {Tx1:[Tx2], Tx2:[]}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Tx1 → Tx2 → Tx3 → Tx1 was detected, Tx3 (the last node in it) was removed along with its edges, and the graph has no cycle again. Tx1 and Tx2 keep running.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language that can speak HTTP can use the engine, C++ included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MFCS Assignment  |  Deadlock Resolution Engine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test_client.cpp calls the REST API using system() and curl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same sequence: reset, Tx1→Tx2, Tx2→Tx3, Tx3→Tx1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test_client.exe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format does not depend on any language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client needs no change to the engine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0" y="1280160"/>
            <a:ext cx="3108960" cy="457200"/>
          </a:xfrm>
          <a:prstGeom prst="rect">
            <a:avLst/>
          </a:prstGeom>
          <a:solidFill>
            <a:srgbClr val="F0EFEC"/>
          </a:solidFill>
          <a:ln w="12700">
            <a:solidFill>
              <a:srgbClr val="D6D4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(curl) / Python client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2103120"/>
            <a:ext cx="3108960" cy="457200"/>
          </a:xfrm>
          <a:prstGeom prst="rect">
            <a:avLst/>
          </a:prstGeom>
          <a:solidFill>
            <a:srgbClr val="F0EFEC"/>
          </a:solidFill>
          <a:ln w="12700">
            <a:solidFill>
              <a:srgbClr val="D6D4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(Uvicorn)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737360"/>
            <a:ext cx="0" cy="36576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699516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JSON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2926080"/>
            <a:ext cx="3108960" cy="457200"/>
          </a:xfrm>
          <a:prstGeom prst="rect">
            <a:avLst/>
          </a:prstGeom>
          <a:solidFill>
            <a:srgbClr val="F0EFEC"/>
          </a:solidFill>
          <a:ln w="12700">
            <a:solidFill>
              <a:srgbClr val="D6D4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DeadlockEngine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2560320"/>
            <a:ext cx="0" cy="36576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9951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3749040"/>
            <a:ext cx="3108960" cy="4572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Wait-For Graph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3383280"/>
            <a:ext cx="0" cy="36576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99516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edge, DFS, abort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Deadlocks found, fixed and served.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theory, a three-state DFS running in O(V+E), and a simple REST interface that works from both Python and C++.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2026-10-15T06:54:24Z</dcterms:created>
  <dcterms:modified xsi:type="dcterms:W3CDTF">2026-10-15T06:54:24Z</dcterms:modified>
</cp:coreProperties>
</file>